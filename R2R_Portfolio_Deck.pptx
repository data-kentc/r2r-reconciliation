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briefly. This deck covers what the tool does, why it's different, and proof it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10% stat is from NetSuite's own research on continuous close adoption. Cite it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tiers quickly. The key message is: five chances to match before anything hits a human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on the third row — 'controller reviews results, not process' is the key value prop for any controller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'owned, not licensed' for portfolio context. This is a personal asset, not an employer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screenshot is from a real GitHub Actions run — not mocked. The 53s runtime is consistent across multiple clean re-runs.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Audit Detail tab is intentionally hidden in the delivered workbook — visible to auditors on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the GitHub URL visible on screen. Invite them to read the README — the architecture decisions are documented.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ata-KentC/r2r-reconciliatio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R2R APAC Intercompany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Reconciliation Engine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zero-cost, SOX-aligned automation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inside controllership, not outside it.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  ·  APAC Controller, Singapore  ·  github.com/Data-KentC/r2r-reconciliation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321040" y="0"/>
            <a:ext cx="822960" cy="5143500"/>
          </a:xfrm>
          <a:prstGeom prst="rect">
            <a:avLst/>
          </a:prstGeom>
          <a:solidFill>
            <a:srgbClr val="2E4BAD"/>
          </a:solidFill>
          <a:ln w="12700">
            <a:solidFill>
              <a:srgbClr val="2E4BA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This Solves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0972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1430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Manual at Month-End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2267712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4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intercompany reconciliation piles up at period-end — accountants matching journal entries line by line across currencies, entities, and time zones, all under deadline pressure.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182112" y="96012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46704" y="10972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24" y="11430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19272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Close: The Right Idea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19272" y="2267712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4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industry's answer is continuous close — distributing reconciliation work throughout the period so books are always current and month-end becomes a confirmation, not a scramble. Less than 10% of businesses achieve it today.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907024" y="96012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071616" y="10972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36" y="11430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44184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Tool Is That, Built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044184" y="2267712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4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implementation of continuous close for intercompany — scheduled, automated, and operational. It runs twice weekly so each reconciliation batch is small, current, and done before month-end arrives.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demo — 5 APAC entities, NetSuite GL export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7957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79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143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Transaction ID Match  </a:t>
            </a:r>
            <a:pPr algn="l" indent="0" marL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tranid exact join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checking both sides of a payment share the same reference number — the fastest, most certain match.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91109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11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SHA-256 Composite Fingerprinting  </a:t>
            </a:r>
            <a:pPr algn="l" indent="0" marL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hash — entity × period × currency × amount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21762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Fingerprints each transaction. No shared ID needed — if the prints match, so do the transactions.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6426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42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FX-Tolerance Matching with Variance Decomposition  </a:t>
            </a:r>
            <a:pPr algn="l" indent="0" marL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≤$100 AND ≤1%, timing gap ±1 period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9077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same entries at slightly different amounts. Automatically splits variance into FX noise vs. real discrepancy.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37413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74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337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Subset-Sum Aggregation (1-to-Many)  </a:t>
            </a:r>
            <a:pPr algn="l" indent="0" marL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 subset-sum, depth ≤5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36393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for groups of smaller entries that net to one larger entry — the pattern a controller spots but a simple rule misses.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078224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78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0416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LLM-Assisted Counterparty Suggestion  </a:t>
            </a:r>
            <a:pPr algn="l" indent="0" marL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→ DeepSeek → Gemini → Qwen cascade, Pydantic entity whitelist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4343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analyst reviews the remaining orphans and returns a confidence-scored suggestion. Last resort, not first instinct.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63640" y="109728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Five Passes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1719072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93408" y="1664208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4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items classified by exception type, prioritised P1/P2/P3, aged, and routed to the right person.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55080" y="2953512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93408" y="2898648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4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items with a variance get a draft correcting journal entry — a starting point to approve, not just a flag.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Different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 ·  1 of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tools automate the matching.  This automates the close.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8412480" cy="3017520"/>
        </p:xfrm>
        <a:graphic>
          <a:graphicData uri="http://schemas.openxmlformats.org/drawingml/2006/table">
            <a:tbl>
              <a:tblPr/>
              <a:tblGrid>
                <a:gridCol w="3657600"/>
                <a:gridCol w="47548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Typical recon tool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BA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This tool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BA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7A8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Catches exact matches; rest goes to a human queue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 automated passes before any human sees a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7A8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 manages the process — kicks off runs, chases exceptions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itself on a schedule; controller reviews results, not process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7A8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the variance; controller drafts the fix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Drafts the correcting JE alongside every variance found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Different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 ·  2 of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2E4B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controller. Not for the vendor's renewal cycle.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1920240" cy="33375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71907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6479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2304288"/>
            <a:ext cx="1700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Cloud-Native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66928" y="2834640"/>
            <a:ext cx="170078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4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free-tier infrastructure — GitHub Actions, Supabase PostgreSQL, open-source LLM APIs. Zero licensing cost. No server. No local machine that needs to stay on.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670048" y="1572768"/>
            <a:ext cx="1920240" cy="33375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807208" y="171907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928" y="176479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79776" y="2304288"/>
            <a:ext cx="1700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Audit-Ready by Design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779776" y="2834640"/>
            <a:ext cx="170078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4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permanently logged. Signed-off periods locked at the database level — a closed number cannot be quietly altered even with direct access. Not a policy. A database constraint.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882896" y="1572768"/>
            <a:ext cx="1920240" cy="33375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020056" y="171907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776" y="1764792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92624" y="2304288"/>
            <a:ext cx="1700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SOX-Aligned Governance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992624" y="2834640"/>
            <a:ext cx="170078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4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Auto-escalation if system configuration goes stale. CODEOWNERS-enforced PR review on matching logic. Period-locking trigger. The controls an auditor expects, present from day one.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095744" y="1572768"/>
            <a:ext cx="1920240" cy="33375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232904" y="171907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624" y="1764792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05472" y="2304288"/>
            <a:ext cx="1700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Owned, Not Licensed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7205472" y="2834640"/>
            <a:ext cx="170078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4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dependency. Full source code on GitHub. Portable across employers. A portfolio asset that demonstrates what a controller with engineering skills can deliver independently.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It Runs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2E4BAD"/>
          </a:solidFill>
          <a:ln w="12700">
            <a:solidFill>
              <a:srgbClr val="2E4B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runtime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91840" y="9601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pipeline stages pass on every automated run: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28" y="138988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75888" y="13716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load &amp; governance check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792224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75888" y="177393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validation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219456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75888" y="217627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ingestion pipeline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2596896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675888" y="25786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generation — 0 duplicate row IDs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2999232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675888" y="298094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 tiers 1–4</a:t>
            </a:r>
            <a:endParaRPr lang="en-US" sz="10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0128" y="3401568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675888" y="33832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engine with SQLite fallback</a:t>
            </a:r>
            <a:endParaRPr lang="en-US" sz="10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3803904"/>
            <a:ext cx="237744" cy="23774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3675888" y="378561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report generation — all 5 tabs</a:t>
            </a:r>
            <a:endParaRPr lang="en-US" sz="1050" dirty="0"/>
          </a:p>
        </p:txBody>
      </p:sp>
      <p:sp>
        <p:nvSpPr>
          <p:cNvPr id="21" name="Text 12"/>
          <p:cNvSpPr/>
          <p:nvPr/>
        </p:nvSpPr>
        <p:spPr>
          <a:xfrm>
            <a:off x="45720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GitHub Actions screenshot — green checkmark, 53s runtime]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Output Looks Like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audit-ready Excel workbook — not a raw data dump.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1536192" cy="370332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07008"/>
            <a:ext cx="1536192" cy="658368"/>
          </a:xfrm>
          <a:prstGeom prst="roundRect">
            <a:avLst>
              <a:gd name="adj" fmla="val 13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25296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956816"/>
            <a:ext cx="135331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4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rate, tier breakdown, entity pair match rates, exception volume by type and priority.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29968" y="1207008"/>
            <a:ext cx="1536192" cy="370332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29968" y="1207008"/>
            <a:ext cx="1536192" cy="658368"/>
          </a:xfrm>
          <a:prstGeom prst="roundRect">
            <a:avLst>
              <a:gd name="adj" fmla="val 13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75688" y="1225296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21408" y="1956816"/>
            <a:ext cx="135331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4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confirmed match side-by-side. Confidence score, SOX booleans, FX variance decomposition.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94176" y="1207008"/>
            <a:ext cx="1536192" cy="370332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94176" y="1207008"/>
            <a:ext cx="1536192" cy="658368"/>
          </a:xfrm>
          <a:prstGeom prst="roundRect">
            <a:avLst>
              <a:gd name="adj" fmla="val 13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9896" y="1225296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85616" y="1956816"/>
            <a:ext cx="135331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4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exceptions sorted P1 first. NEW / RECURRING / RESOLVED status. LLM suggestion where available.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58384" y="1207008"/>
            <a:ext cx="1536192" cy="370332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58384" y="1207008"/>
            <a:ext cx="1536192" cy="658368"/>
          </a:xfrm>
          <a:prstGeom prst="roundRect">
            <a:avLst>
              <a:gd name="adj" fmla="val 13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04104" y="1225296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Drafts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49824" y="1956816"/>
            <a:ext cx="135331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4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Auto-drafted correcting entries. Requires-review flag. Approved-by and posted columns for human workflow.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22592" y="1207008"/>
            <a:ext cx="1536192" cy="370332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22592" y="1207008"/>
            <a:ext cx="1536192" cy="658368"/>
          </a:xfrm>
          <a:prstGeom prst="roundRect">
            <a:avLst>
              <a:gd name="adj" fmla="val 13889"/>
            </a:avLst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68312" y="1225296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114032" y="1956816"/>
            <a:ext cx="135331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4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tab. Full SOX matching evidence for auditor deep-dive — visible when unhidden.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cropped Excel screenshot — Executive Summary or Matched Pairs tab, entity data redacted]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by Finance,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Finance.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51460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example of what's possible when domain expertise and engineering meet in one person — not handed off between two teams who don't speak each other's language.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520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code, architecture decisions, and test results:</a:t>
            </a:r>
            <a:endParaRPr lang="en-US" sz="11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548640" y="3886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github.com/Data-KentC/r2r-reconciliation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321040" y="0"/>
            <a:ext cx="822960" cy="5143500"/>
          </a:xfrm>
          <a:prstGeom prst="rect">
            <a:avLst/>
          </a:prstGeom>
          <a:solidFill>
            <a:srgbClr val="2E4BAD"/>
          </a:solidFill>
          <a:ln w="12700">
            <a:solidFill>
              <a:srgbClr val="2E4BA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R2R APAC Intercompany Reconciliation Engine</dc:title>
  <dc:subject>PptxGenJS Presentation</dc:subject>
  <dc:creator>Kent</dc:creator>
  <cp:lastModifiedBy>Kent</cp:lastModifiedBy>
  <cp:revision>1</cp:revision>
  <dcterms:created xsi:type="dcterms:W3CDTF">2026-06-18T20:29:11Z</dcterms:created>
  <dcterms:modified xsi:type="dcterms:W3CDTF">2026-06-18T20:29:11Z</dcterms:modified>
</cp:coreProperties>
</file>